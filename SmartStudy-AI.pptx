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 in one sentence: SmartStudy AI helps students study smarter in one simple web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juggle many tools, get no feedback and struggle to stay consistent. Keep this slide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free web app that covers learning, planning and tracking. It runs in any browser with no install.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each feature briefly. Say the assistant and summarizer are demo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server, database or paid API is needed. Be honest that the AI is simulated in this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in this order. It takes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roadmap and the tagline.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822960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SmartStudy AI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place to learn, plan and track your progress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Hackathon project  |  Built with HTML, CSS and JavaScript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560320" cy="2103120"/>
          </a:xfrm>
          <a:prstGeom prst="rect">
            <a:avLst/>
          </a:prstGeom>
          <a:solidFill>
            <a:srgbClr val="F3F5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371600"/>
            <a:ext cx="64008" cy="2103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 tools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87452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 in one app, tasks in another, quizzes somewhere else.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60320" cy="2103120"/>
          </a:xfrm>
          <a:prstGeom prst="rect">
            <a:avLst/>
          </a:prstGeom>
          <a:solidFill>
            <a:srgbClr val="F3F5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371600"/>
            <a:ext cx="64008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2044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feedback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187452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can't tell whether their study time is actually paying off.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1371600"/>
            <a:ext cx="2560320" cy="2103120"/>
          </a:xfrm>
          <a:prstGeom prst="rect">
            <a:avLst/>
          </a:prstGeom>
          <a:solidFill>
            <a:srgbClr val="F3F5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1371600"/>
            <a:ext cx="64008" cy="2103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6364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to stay consistent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187452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 plan or a streak, studying slips to the night before the exam.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result: stress before exams and wasted study time.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solution: SmartStudy AI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single, free web app that helps students learn, plan and track progress.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2560320" cy="1920240"/>
          </a:xfrm>
          <a:prstGeom prst="rect">
            <a:avLst/>
          </a:prstGeom>
          <a:solidFill>
            <a:srgbClr val="F3F5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2377440"/>
            <a:ext cx="64008" cy="19202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assistant, quiz generator and notes summarizer.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2377440"/>
            <a:ext cx="2560320" cy="1920240"/>
          </a:xfrm>
          <a:prstGeom prst="rect">
            <a:avLst/>
          </a:prstGeom>
          <a:solidFill>
            <a:srgbClr val="F3F5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2377440"/>
            <a:ext cx="64008" cy="1920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520440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88036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and study planner with due dates.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2377440"/>
            <a:ext cx="2560320" cy="1920240"/>
          </a:xfrm>
          <a:prstGeom prst="rect">
            <a:avLst/>
          </a:prstGeom>
          <a:solidFill>
            <a:srgbClr val="F3F5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2377440"/>
            <a:ext cx="64008" cy="19202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63640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288036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charts, study streak and quiz scores.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2560320" cy="1417320"/>
          </a:xfrm>
          <a:prstGeom prst="rect">
            <a:avLst/>
          </a:prstGeom>
          <a:solidFill>
            <a:srgbClr val="F3F5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280160"/>
            <a:ext cx="64008" cy="1417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minutes, streak, tasks done and average score.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560320" cy="1417320"/>
          </a:xfrm>
          <a:prstGeom prst="rect">
            <a:avLst/>
          </a:prstGeom>
          <a:solidFill>
            <a:srgbClr val="F3F5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28016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2044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assistant (demo)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with ready-made answers on study topics.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1280160"/>
            <a:ext cx="2560320" cy="1417320"/>
          </a:xfrm>
          <a:prstGeom prst="rect">
            <a:avLst/>
          </a:prstGeom>
          <a:solidFill>
            <a:srgbClr val="F3F5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1280160"/>
            <a:ext cx="64008" cy="1417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6364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 generator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 topic, get scored instantly, results saved.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2834640"/>
            <a:ext cx="2560320" cy="1417320"/>
          </a:xfrm>
          <a:prstGeom prst="rect">
            <a:avLst/>
          </a:prstGeom>
          <a:solidFill>
            <a:srgbClr val="F3F5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283464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planner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tasks, set due dates and tick them off.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291840" y="2834640"/>
            <a:ext cx="2560320" cy="1417320"/>
          </a:xfrm>
          <a:prstGeom prst="rect">
            <a:avLst/>
          </a:prstGeom>
          <a:solidFill>
            <a:srgbClr val="F3F5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91840" y="2834640"/>
            <a:ext cx="64008" cy="1417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520440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 summarizer (demo)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352044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Pulls out key sentences and keywords from notes.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035040" y="2834640"/>
            <a:ext cx="2560320" cy="1417320"/>
          </a:xfrm>
          <a:prstGeom prst="rect">
            <a:avLst/>
          </a:prstGeom>
          <a:solidFill>
            <a:srgbClr val="F3F5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283464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263640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charts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Bar, line and donut charts update live.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Also: dark mode and a responsive layout for phones and tablets.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HTML: the structure of every page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CSS: design, dark mode, mobile layout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JavaScript: all features and the charts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storage: saves your data locally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server, database or paid API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394960" y="1280160"/>
            <a:ext cx="3200400" cy="26517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6235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features are labeled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19659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assistant and summarizer are simulated in the browser. The next version connects a real AI model.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51560" y="14630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515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the week at a glance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74620" y="14630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6746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1717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a quiz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171700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and get scored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14630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297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79476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progress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794760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chart updates live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20740" y="14630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207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1782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 notes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17820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notes, get key points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543800" y="14630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5438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 mode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 to switch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2 minutes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a real AI model for answers, quizzes and summaries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accounts and cloud sync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 version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groups and a teacher view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212080" y="15544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smarter, not harder.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SmartStudy AI</dc:title>
  <dc:subject>PptxGenJS Presentation</dc:subject>
  <dc:creator>PptxGenJS</dc:creator>
  <cp:lastModifiedBy>PptxGenJS</cp:lastModifiedBy>
  <cp:revision>1</cp:revision>
  <dcterms:created xsi:type="dcterms:W3CDTF">2026-10-20T06:04:02Z</dcterms:created>
  <dcterms:modified xsi:type="dcterms:W3CDTF">2026-10-20T06:04:02Z</dcterms:modified>
</cp:coreProperties>
</file>